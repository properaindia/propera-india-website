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-820" y="-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3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1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6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7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1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9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8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36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441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57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68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29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82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6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8EE822-708A-4019-A1CA-AE0B5237AD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F79DA-C7A2-471D-A76C-09B3B93BB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16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12321B7-D006-4AC9-8485-362876DF1F46}"/>
              </a:ext>
            </a:extLst>
          </p:cNvPr>
          <p:cNvGrpSpPr/>
          <p:nvPr/>
        </p:nvGrpSpPr>
        <p:grpSpPr>
          <a:xfrm>
            <a:off x="0" y="4183099"/>
            <a:ext cx="1383153" cy="1991102"/>
            <a:chOff x="4622322" y="854966"/>
            <a:chExt cx="1712440" cy="25132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FB78E3A-1D29-439F-90AF-EE95EF63C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6386" y="915779"/>
              <a:ext cx="1649348" cy="24206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8DD3A97-53DD-444F-A7EF-0E00F012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2322" y="854966"/>
              <a:ext cx="1712440" cy="2513221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653564-8657-46D9-9AC0-C5E5DC2C5A69}"/>
              </a:ext>
            </a:extLst>
          </p:cNvPr>
          <p:cNvGrpSpPr/>
          <p:nvPr/>
        </p:nvGrpSpPr>
        <p:grpSpPr>
          <a:xfrm>
            <a:off x="2677088" y="1889515"/>
            <a:ext cx="6443099" cy="1958880"/>
            <a:chOff x="2677088" y="1889515"/>
            <a:chExt cx="6443099" cy="195888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A551D04-0A3A-4842-BBB1-8A0800FEC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1180" y="1889515"/>
              <a:ext cx="4869007" cy="186032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1EF0B00-C75D-4CB6-9210-1A24C69E5ADE}"/>
                </a:ext>
              </a:extLst>
            </p:cNvPr>
            <p:cNvGrpSpPr/>
            <p:nvPr/>
          </p:nvGrpSpPr>
          <p:grpSpPr>
            <a:xfrm>
              <a:off x="2677088" y="1889515"/>
              <a:ext cx="1463040" cy="1958880"/>
              <a:chOff x="1664811" y="2173079"/>
              <a:chExt cx="1407004" cy="201002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054B4E4-323A-42DF-9BC8-4F6805AFF06B}"/>
                  </a:ext>
                </a:extLst>
              </p:cNvPr>
              <p:cNvGrpSpPr/>
              <p:nvPr/>
            </p:nvGrpSpPr>
            <p:grpSpPr>
              <a:xfrm>
                <a:off x="1664811" y="2173079"/>
                <a:ext cx="1407004" cy="1991102"/>
                <a:chOff x="4622322" y="854966"/>
                <a:chExt cx="1712440" cy="2513221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FD770821-7D91-445A-A0C8-8BDAE245F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56386" y="915779"/>
                  <a:ext cx="1649348" cy="2420625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132A0928-FDF5-454B-99D1-8CB061FF4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2322" y="854966"/>
                  <a:ext cx="1712440" cy="2513221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BC89879-DE1C-482E-BBB8-32D5F0FD9FBB}"/>
                  </a:ext>
                </a:extLst>
              </p:cNvPr>
              <p:cNvGrpSpPr/>
              <p:nvPr/>
            </p:nvGrpSpPr>
            <p:grpSpPr>
              <a:xfrm>
                <a:off x="1676050" y="2191997"/>
                <a:ext cx="1383153" cy="1991102"/>
                <a:chOff x="4622322" y="854966"/>
                <a:chExt cx="1712440" cy="2513221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90807E78-6BF1-4B80-AE67-A2CD8F5321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56386" y="915779"/>
                  <a:ext cx="1649348" cy="2420625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915C1B5-28B4-4FF2-A575-4E53DF3AC0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22322" y="854966"/>
                  <a:ext cx="1712440" cy="2513221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AB28A0C-18A8-4236-B164-91A273DB96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194" r="-196" b="3745"/>
          <a:stretch/>
        </p:blipFill>
        <p:spPr>
          <a:xfrm>
            <a:off x="2688775" y="3962130"/>
            <a:ext cx="6444031" cy="186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587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2026-08-03T11:06:49Z</dcterms:created>
  <dcterms:modified xsi:type="dcterms:W3CDTF">2026-08-03T12:44:28Z</dcterms:modified>
</cp:coreProperties>
</file>